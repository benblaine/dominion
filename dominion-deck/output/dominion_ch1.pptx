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NAIL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Crucifixion-style execution predates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Christianity by centuries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479 BC, Athenians nailed the Persian governor Artaÿctes to a wooden board at the Hellespont — on the very spot where Xerxes had bridged two continents. The spectacle was a message: imperial power can be unmade where it was made.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01-dying-ga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DYING GAUL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marble copy, c. 230–220 BC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Capitoline Museums, Rome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defeated warrior's final moments — vulnerability and defiance made eternal in stone.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COSMIC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CRUSADE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 believed its empire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moral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Darius and his heirs ruled in the name of Ahura Mazda, the god of light and truth. All resistance was allegiance to 'the Lie' — a cosmic darkness threatening the universe. Punishment wasn't cruelty; it was spiritual hygiene.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02-behistu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BEHISTUN INSCRIPTION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relief, c. 520 BC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Behistun, Kermanshah, Iran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Darius tramples a rebel beneath the winged figure of Ahura Mazda — carved 100 metres above the road, meant to be seen but never touched.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universal moral order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empire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on Mesopotamian traditions stretching back to Hammurabi, the Persian kings claimed a sacred charge: to bring justice to the world. Their precedent — a king receiving law from a god — would echo across millennia.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pic>
        <p:nvPicPr>
          <p:cNvPr id="7" name="Image 0" descr="/home/user/Dominion/dominion-deck/images/03-hammurab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STELE OF HAMMURABI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Basalt, c. 1792–1750 BC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Musée du Louvre,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sun-god Shamash hands Hammurabi the rod and ring of justice — the earliest surviving monument of law as sacred trust.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EYE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STAGE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saw Persian universalism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terrifying despotism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Aristophanes put an actor on stage wearing an enormous eye on his head — mocking the Persian 'King's Eye' surveillance network. Where Persia saw cosmic order, Athens saw tyranny. Comedy became resistance.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pic>
        <p:nvPicPr>
          <p:cNvPr id="7" name="Image 0" descr="/home/user/Dominion/dominion-deck/images/04-theatre-ma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TERRACOTTA THEATRE MASK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Greek, 2nd–1st century BC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Metropolitan Museum of Art, New York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exaggerated mouth of the comic mask — designed to carry laughter to 15,000 people in an open-air theatre.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OBLIQUE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gods were capricious, amoral,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radically contradictory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was healer and plague-bringer. Zeus raped mortals as a shower of gold. The gods demanded sacrifice and punished insults — but offered no ethical code. Light itself had a darkness to it.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05-apollo-belvede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APOLLO BELVEDERE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marble copy, c. AD 120–140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 Vaticani, Vatican City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god of light, music, healing — and plague. Perfect beauty concealing perfect indifference.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UNWRITTEN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intuited a higher law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couldn't pin down its 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Sophocles' Antigone, a princess defies a king's decree to honour unwritten divine laws — 'neither today nor yesterday were they born; they are eternal.' The tension between human legislation and timeless moral order remains unresolved.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pic>
        <p:nvPicPr>
          <p:cNvPr id="7" name="Image 0" descr="/home/user/Dominion/dominion-deck/images/06-antigone-lytr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ANTIGONE BEFORE THE BODY OF POLYNICES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Nikiforos Lytras, oil on canvas, 1865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Gallery, Athens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solitary act of conscience against the machinery of the state — a woman, dust in her hands, over a forbidden corpse.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emerged to resolve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contradictions of myth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Xenophanes to Aristotle, thinkers rejected Homer's quarrelsome gods and searched for rational, mathematical principles governing the cosmos. The 'unmoved mover' replaced Zeus — but at the cost of a god who cared.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07-school-of-athe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SCHOOL OF ATHENS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Raphael, fresco, 1509–1511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Apostolic Palace, Vatican City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points upward to the ideal; Aristotle gestures toward the earth. Twenty-five centuries of philosophy framed in a single gesture.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NATURAL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Aristotle's rational universe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brutal hierarchies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cosmic framework that found divine pattern in the stars also concluded that men should rule women, Greeks should rule barbarians, and the poor were unfit for citizenship. Philosopher-rule in Athens stripped the masses of their votes.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pic>
        <p:nvPicPr>
          <p:cNvPr id="7" name="Image 0" descr="/home/user/Dominion/dominion-deck/images/08-rembrandt-aristo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ARISTOTLE WITH A BUST OF HOMER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Rembrandt van Rijn, oil on canvas, 1653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Metropolitan Museum of Art, New York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philosopher's hand rests on the blind poet — reason confronting the mythos it claims to supersede, unable to let go.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Alexander's conquests shattered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Greek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new Macedonian empires dwarfed the city-state. Traditional gods seemed inadequate to explain events this enormous. People turned to Fortune — Tyche — a terrifying, impersonal force of blind chance.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09-alexander-mosai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ALEXANDER MOSAIC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mosaic, c. 100 BC (after a c. 310 BC painting)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Archaeological Museum, Naples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charges Darius III at Issus — the moment one world-order collapses into another.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SPARK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Stoics offered the most radical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nature itself is God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divine rational principle — the Logos — pervaded all matter. Every human, regardless of sex, ethnicity, or status, carried a divine spark: syneidesis, conscience. This was a genuinely universalist claim — and it would seed the future.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pic>
        <p:nvPicPr>
          <p:cNvPr id="7" name="Image 0" descr="/home/user/Dominion/dominion-deck/images/10-farnese-atl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FARNESE ATLAS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marble, 2nd century AD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Archaeological Museum, Naples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D4C5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bears the celestial sphere — the oldest known depiction of the classical constellations. The cosmos as burden, as beauty, as order.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DESTINY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co-opted Greek philosophy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justify its conquests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Posidonius and Cicero repackaged Stoic natural law as vindication. Wars, slavery, plunder — all fated, rational, in accordance with cosmic order. 'Natural law' became the moral armour of an empire.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11-augustus-prima-p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AUGUSTUS OF PRIMA PORTA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Marble, 1st century AD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 Vaticani, Vatican City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emperor as god-touched commander — barefoot like a deity, breastplate telling the story of cosmic victory.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BELONGS</a:t>
            </a:r>
            <a:endParaRPr lang="en-US" sz="3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STRONG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Christianity, competing visions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power all served the powerful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Persian cosmic justice. Greek divine caprice. Philosophical rational order. Imperial destiny. Each claimed universality. Each ultimately served the strong. The stage is set — for a revolution that would invert it all.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548640"/>
            <a:ext cx="0" cy="402336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pic>
        <p:nvPicPr>
          <p:cNvPr id="7" name="Image 0" descr="/home/user/Dominion/dominion-deck/images/12-winged-vic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WINGED VICTORY OF SAMOTHRACE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Parian marble, c. 190 BC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Musée du Louvre,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1097280" cy="0"/>
          </a:xfrm>
          <a:prstGeom prst="line">
            <a:avLst/>
          </a:prstGeom>
          <a:noFill/>
          <a:ln w="635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Striding into the wind at the prow of a ship — triumph without a face, momentum without mercy.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8A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— TOM HOLLAND — CHAPTER 1: ATHENS, 479 BC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2026-03-15T10:32:50Z</dcterms:created>
  <dcterms:modified xsi:type="dcterms:W3CDTF">2026-03-15T10:32:50Z</dcterms:modified>
</cp:coreProperties>
</file>